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6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5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7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2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5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48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89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500ED8-F187-45EF-44D0-BCA3526CA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2184" y="2386295"/>
            <a:ext cx="3730839" cy="3569150"/>
          </a:xfrm>
        </p:spPr>
        <p:txBody>
          <a:bodyPr anchor="b">
            <a:normAutofit fontScale="90000"/>
          </a:bodyPr>
          <a:lstStyle/>
          <a:p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Isso é um simples ARQUIVO DE TESTE PARA O MEU PROJETO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82038A-DE47-64BD-FCAE-C5DD10255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300" y="1208146"/>
            <a:ext cx="3730839" cy="979680"/>
          </a:xfrm>
        </p:spPr>
        <p:txBody>
          <a:bodyPr anchor="t">
            <a:normAutofit/>
          </a:bodyPr>
          <a:lstStyle/>
          <a:p>
            <a:r>
              <a:rPr lang="pt-BR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 de Teste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3C650-0181-13B0-E19B-0D20C0C29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14" r="17370"/>
          <a:stretch>
            <a:fillRect/>
          </a:stretch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242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Calisto MT</vt:lpstr>
      <vt:lpstr>Times New Roman</vt:lpstr>
      <vt:lpstr>Univers Condensed</vt:lpstr>
      <vt:lpstr>ChronicleVTI</vt:lpstr>
      <vt:lpstr>Isso é um simples ARQUIVO DE TESTE PARA O MEU PROJETO c#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Luan Ramalho</dc:creator>
  <cp:lastModifiedBy>Luan Ramalho</cp:lastModifiedBy>
  <cp:revision>1</cp:revision>
  <dcterms:created xsi:type="dcterms:W3CDTF">2026-03-24T19:04:48Z</dcterms:created>
  <dcterms:modified xsi:type="dcterms:W3CDTF">2026-03-24T19:08:25Z</dcterms:modified>
</cp:coreProperties>
</file>